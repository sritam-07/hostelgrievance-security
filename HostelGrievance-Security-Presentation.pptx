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🛡️ </a:t>
            </a:r>
            <a:r>
              <a:rPr dirty="0" err="1"/>
              <a:t>HostelGrievance</a:t>
            </a:r>
            <a:r>
              <a:rPr dirty="0"/>
              <a:t> Security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86DE"/>
                </a:solidFill>
              </a:defRPr>
            </a:pPr>
            <a:r>
              <a:rPr sz="3600" dirty="0"/>
              <a:t>GIET </a:t>
            </a:r>
            <a:r>
              <a:rPr sz="3600" dirty="0" err="1"/>
              <a:t>Learnathon</a:t>
            </a:r>
            <a:r>
              <a:rPr sz="3600" dirty="0"/>
              <a:t> 5.0 — Security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rPr dirty="0"/>
              <a:t>From Vulnerable to Production-Ready: 18 Security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</a:defRPr>
            </a:pPr>
            <a:r>
              <a:rPr dirty="0"/>
              <a:t>Team: </a:t>
            </a:r>
            <a:r>
              <a:rPr lang="en-US" dirty="0"/>
              <a:t>NEXUS</a:t>
            </a:r>
            <a:r>
              <a:rPr dirty="0"/>
              <a:t>  |  College: GIET University  |  August 2026</a:t>
            </a:r>
            <a:br>
              <a:rPr lang="en-US" dirty="0"/>
            </a:br>
            <a:r>
              <a:rPr lang="en-US" dirty="0"/>
              <a:t>Team Member Name: Sritam  Das, Kanak Shahgal, Parshuram Biswal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📋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rPr dirty="0"/>
              <a:t>A university hostel grievance application goes live. We are the security team doing the final hardening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8787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🎯 Objective: Identify and reduce security risks across the application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👤 Actors: Students (submit grievances) + Wardens (manage grievances)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Stack: Svelte 5 Frontend + Hono API + SQLite Database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⚡ Challenge: Keep it working while making it secure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📊 Baseline: Application had ZERO security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🏗️ Architecture &amp; Attack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Application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🖥️ Browser → Svelte 5 Frontend (Vite)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🌐 Frontend → Hono API (Port 3001)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🗄️ API → SQLite Database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📁 API → File System (uploads/)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🔐 Sessions stored in database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🍪 Auth via HTTP-only cookies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Attack Surface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Authentication: Weak password hashing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Authorization: IDOR vulnerabilities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Input: No validation or sanitization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File Upload: No type checking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Session: No security flags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API: CORS allows all origins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Logging: Zero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🔐 The 4 A's of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5029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Who are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PBKDF2 Hashing</a:t>
            </a:r>
            <a:br/>
            <a:r>
              <a:t>Session Management</a:t>
            </a:r>
            <a:br/>
            <a:r>
              <a:t>Cookie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What can you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IDOR Prevention</a:t>
            </a:r>
            <a:br/>
            <a:r>
              <a:t>Role-Based Access</a:t>
            </a:r>
            <a:br/>
            <a:r>
              <a:t>Field-Level Controls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5029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Auditing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What happened?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Security Event Logging</a:t>
            </a:r>
            <a:br/>
            <a:r>
              <a:t>Login Tracking</a:t>
            </a:r>
            <a:br/>
            <a:r>
              <a:t>File Access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560320" cy="5029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Resource usage?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Rate Limiting</a:t>
            </a:r>
            <a:br/>
            <a:r>
              <a:t>File Size Limits</a:t>
            </a:r>
            <a:br/>
            <a:r>
              <a:t>Request Body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🔴 Critical Security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H-01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Weak 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SHA256 unsalted → PBKDF2 600K iterations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</a:defRPr>
            </a:pPr>
            <a:r>
              <a:t>Risk: Passwords crackable in &lt;1 second → ~10 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H-02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No Session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Added httpOnly, secure, sameSite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</a:defRPr>
            </a:pPr>
            <a:r>
              <a:t>Risk: XSS could steal session cookies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H-03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233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IDOR Vulnerability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assertCanViewGrievance() ownership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</a:defRPr>
            </a:pPr>
            <a:r>
              <a:t>Risk: Any student could read others'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112471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H-04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Students Change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Role enforcement: only wardens update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</a:defRPr>
            </a:pPr>
            <a:r>
              <a:t>Risk: Students could resolve their own grievances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🟠 High Security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CORS Allows All Origins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Strict allowlist: localhost:5173/5174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Risk: Any website could make cross-origin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No 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10 attempts per 15 minutes per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Risk: Attackers could brute-force passwords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233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No Security Headers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Added 5 OWASP-recommended 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Risk: Vulnerable to clickjacking, MIME sniffing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User-Controlled Filenames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Random hex filenames: &lt;random&gt;.&lt;ext&gt;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Risk: Path traversal attacks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🟡 Medium Security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Error Handler Leaks Internals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Generic error messages, log details server-side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Session Expiry Not Enforced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Check expires_at on every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8229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No Security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74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Structured JSON logging for all security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Logout Doesn't Destroy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480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Delete session from DB + clear cookie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H-13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No Body Size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Fix: 5MB request body limit via bodyLimit middleware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⭐ Unique 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Magic Byte MIME Detection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Validates file contents, not just type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Prevents malicious file uploads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🔄 Legacy Hash Migration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Supports old SHA256 + new PBKDF2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Zero-downtime password upgrade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🚫 Path Traversal Prevention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Triple-check: no /, no .., stays in uploads/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Prevents arbitrary file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📊 SIEM-Compatible Audit Logging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Structured JSON with timestamps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Queryable by log aggregators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🧹 Memory-Safe Rate Limiter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Automatic cleanup of expired entries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Prevents memory exhaustion attacks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🔒 Field-Level RBAC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Students can update title, not status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Fine-grained permission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🛡️ OWASP Security Headers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X-Content-Type-Options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nosniff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Prevents MIME type sniffing attacks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X-Frame-Options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DENY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Prevents clickjacking via iframes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X-XSS-Protection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474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Disables broken browser XSS filter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Referrer-Policy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strict-origin-when-cross-origin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80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Prevents URL leakage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Permissions-Policy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camera=(), microphone=(), geolocation=()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486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Blocks feature abuse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📊 Before vs After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❌ BEFORE (Vulnerable)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SHA256 password hashing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session cookie flags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IDOR: any student reads any grievance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CORS allows all origins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rate limiting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security headers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User-controlled filenames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Errors leak internal details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audit logging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✅ AFTER (Hardened)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PBKDF2 with 600K iterations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httpOnly, secure, sameSite flags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assertCanViewGrievance() check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Strict origin allowlist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10 attempts per 15 minutes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5 OWASP headers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Random hex filenames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Generic error messages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Structured JSON audit logging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📋 OWASP Top 10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A01: Broken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IDOR prevention,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A02: Cryptographic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PBKDF2 hashing, secure cookies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124712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A03: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Parameterized SQL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PRE-EXISTING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A05: Security Misconfiguration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CORS, headers, 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59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A07: Authentication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719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Rate limiting, session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5719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57799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A08: Data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349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File upload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349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39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126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A09: Logging Failures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6126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Audit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1264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✅ FIXED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🏆 Results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28600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Vulnerabilities</a:t>
            </a:r>
            <a:br/>
            <a:r>
              <a:t>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645920"/>
            <a:ext cx="2286000" cy="1828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28600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 A's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Security</a:t>
            </a:r>
            <a:br/>
            <a:r>
              <a:t>Implemented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645920"/>
            <a:ext cx="228600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8288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en-US" dirty="0"/>
              <a:t>9</a:t>
            </a:r>
            <a:r>
              <a:rPr dirty="0"/>
              <a:t>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Security</a:t>
            </a:r>
            <a:br/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32013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Application now follows OWASP 2024 guidelines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All student and warden workflows preserved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Defense-in-depth architecture implemented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Security visibility through audit logging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✅ Ready for university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15</TotalTime>
  <Words>886</Words>
  <Application>Microsoft Office PowerPoint</Application>
  <PresentationFormat>Widescreen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Kanak Shahgal</dc:creator>
  <cp:keywords/>
  <dc:description>generated using python-pptx</dc:description>
  <cp:lastModifiedBy>kanak Shahgal</cp:lastModifiedBy>
  <cp:revision>3</cp:revision>
  <dcterms:created xsi:type="dcterms:W3CDTF">2013-01-27T09:14:16Z</dcterms:created>
  <dcterms:modified xsi:type="dcterms:W3CDTF">2026-08-29T07:34:06Z</dcterms:modified>
  <cp:category/>
</cp:coreProperties>
</file>