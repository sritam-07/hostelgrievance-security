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🛡️ HostelGrievance Security Hardening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2E86DE"/>
                </a:solidFill>
              </a:defRPr>
            </a:pPr>
            <a:r>
              <a:t>GIET Learnathon 5.0 — Security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</a:defRPr>
            </a:pPr>
            <a:r>
              <a:t>From Vulnerable to Production-Ready: 18 Security Fixes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BBCC"/>
                </a:solidFill>
              </a:defRPr>
            </a:pPr>
            <a:r>
              <a:t>Team: Sritam Das  |  College: GIET University  |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📋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33333"/>
                </a:solidFill>
              </a:defRPr>
            </a:pPr>
            <a:r>
              <a:t>A university hostel grievance application goes live tomorrow. We are the security team doing the final hardening pass.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56032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🎯 Objective: Identify and reduce security risks across the application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👤 Actors: Students (submit grievances) + Wardens (manage grievances)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🔧 Stack: Svelte 5 Frontend + Hono API + SQLite Database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⚡ Challenge: Keep it working while making it secure</a:t>
            </a:r>
          </a:p>
          <a:p>
            <a:pPr>
              <a:spcAft>
                <a:spcPts val="800"/>
              </a:spcAft>
              <a:defRPr sz="2000">
                <a:solidFill>
                  <a:srgbClr val="333333"/>
                </a:solidFill>
              </a:defRPr>
            </a:pPr>
            <a:r>
              <a:t>📊 Baseline: Application had ZERO security controls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🏗️ Architecture &amp; Attack Surface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5303520" cy="50292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2A4A"/>
                </a:solidFill>
              </a:defRPr>
            </a:pPr>
            <a:r>
              <a:t>Application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🖥️ Browser → Svelte 5 Frontend (Vite)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🌐 Frontend → Hono API (Port 3001)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🗄️ API → SQLite Database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📁 API → File System (uploads/)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🔐 Sessions stored in database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🍪 Auth via HTTP-only cookies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371600"/>
            <a:ext cx="5303520" cy="50292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74C3C"/>
                </a:solidFill>
              </a:defRPr>
            </a:pPr>
            <a:r>
              <a:t>Attack Surface Identified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❌ Authentication: Weak password hashing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❌ Authorization: IDOR vulnerabilities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❌ Input: No validation or sanitization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❌ File Upload: No type checking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❌ Session: No security flags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❌ API: CORS allows all origins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❌ Logging: Zero audit trail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🔐 The 4 A's of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2560320" cy="5029200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Authentication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Who are you?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PBKDF2 Hashing</a:t>
            </a:r>
            <a:br/>
            <a:r>
              <a:t>Session Management</a:t>
            </a:r>
            <a:br/>
            <a:r>
              <a:t>Cookie Security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371600"/>
            <a:ext cx="2560320" cy="5029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5544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Authorization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2103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What can you do?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IDOR Prevention</a:t>
            </a:r>
            <a:br/>
            <a:r>
              <a:t>Role-Based Access</a:t>
            </a:r>
            <a:br/>
            <a:r>
              <a:t>Field-Level Controls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371600"/>
            <a:ext cx="2560320" cy="50292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5544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Auditing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103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What happened?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Security Event Logging</a:t>
            </a:r>
            <a:br/>
            <a:r>
              <a:t>Login Tracking</a:t>
            </a:r>
            <a:br/>
            <a:r>
              <a:t>File Access Logs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61120" y="1371600"/>
            <a:ext cx="2560320" cy="50292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0" y="155448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Accounting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1031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Resource usage?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743200"/>
            <a:ext cx="21945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Rate Limiting</a:t>
            </a:r>
            <a:br/>
            <a:r>
              <a:t>File Size Limits</a:t>
            </a:r>
            <a:br/>
            <a:r>
              <a:t>Request Body Limits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🔴 Critical Security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109728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</a:defRPr>
            </a:pPr>
            <a:r>
              <a:t>H-01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</a:defRPr>
            </a:pPr>
            <a:r>
              <a:t>Weak Password Hashing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7AE60"/>
                </a:solidFill>
              </a:defRPr>
            </a:pPr>
            <a:r>
              <a:t>Fix: SHA256 unsalted → PBKDF2 600K iterations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8288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74C3C"/>
                </a:solidFill>
              </a:defRPr>
            </a:pPr>
            <a:r>
              <a:t>Risk: Passwords crackable in &lt;1 second → ~10 years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9728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</a:defRPr>
            </a:pPr>
            <a:r>
              <a:t>H-02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743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</a:defRPr>
            </a:pPr>
            <a:r>
              <a:t>No Session Security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7AE60"/>
                </a:solidFill>
              </a:defRPr>
            </a:pPr>
            <a:r>
              <a:t>Fix: Added httpOnly, secure, sameSite flags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1089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74C3C"/>
                </a:solidFill>
              </a:defRPr>
            </a:pPr>
            <a:r>
              <a:t>Risk: XSS could steal session cookies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931920"/>
            <a:ext cx="11247120" cy="109728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23359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</a:defRPr>
            </a:pPr>
            <a:r>
              <a:t>H-03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02335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</a:defRPr>
            </a:pPr>
            <a:r>
              <a:t>IDOR Vulnerability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89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7AE60"/>
                </a:solidFill>
              </a:defRPr>
            </a:pPr>
            <a:r>
              <a:t>Fix: assertCanViewGrievance() ownership check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43891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74C3C"/>
                </a:solidFill>
              </a:defRPr>
            </a:pPr>
            <a:r>
              <a:t>Risk: Any student could read others' data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12079"/>
            <a:ext cx="11247120" cy="109728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303519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</a:defRPr>
            </a:pPr>
            <a:r>
              <a:t>H-04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30351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</a:defRPr>
            </a:pPr>
            <a:r>
              <a:t>Students Change Status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669279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7AE60"/>
                </a:solidFill>
              </a:defRPr>
            </a:pPr>
            <a:r>
              <a:t>Fix: Role enforcement: only wardens update status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669279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74C3C"/>
                </a:solidFill>
              </a:defRPr>
            </a:pPr>
            <a:r>
              <a:t>Risk: Students could resolve their own grievances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🟠 High Security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10972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</a:defRPr>
            </a:pPr>
            <a:r>
              <a:t>H-05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463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</a:defRPr>
            </a:pPr>
            <a:r>
              <a:t>CORS Allows All Origins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7AE60"/>
                </a:solidFill>
              </a:defRPr>
            </a:pPr>
            <a:r>
              <a:t>Fix: Strict allowlist: localhost:5173/5174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18288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Risk: Any website could make cross-origin requests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651760"/>
            <a:ext cx="11247120" cy="10972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743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</a:defRPr>
            </a:pPr>
            <a:r>
              <a:t>H-06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743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</a:defRPr>
            </a:pPr>
            <a:r>
              <a:t>No Rate Limiting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7AE60"/>
                </a:solidFill>
              </a:defRPr>
            </a:pPr>
            <a:r>
              <a:t>Fix: 10 attempts per 15 minutes per 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10896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Risk: Attackers could brute-force passwords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931920"/>
            <a:ext cx="11247120" cy="10972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23359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</a:defRPr>
            </a:pPr>
            <a:r>
              <a:t>H-07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02335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</a:defRPr>
            </a:pPr>
            <a:r>
              <a:t>No Security Headers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89120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7AE60"/>
                </a:solidFill>
              </a:defRPr>
            </a:pPr>
            <a:r>
              <a:t>Fix: Added 5 OWASP-recommended headers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438912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Risk: Vulnerable to clickjacking, MIME sniffing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212079"/>
            <a:ext cx="11247120" cy="109728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5303519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</a:defRPr>
            </a:pPr>
            <a:r>
              <a:t>H-08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530351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</a:defRPr>
            </a:pPr>
            <a:r>
              <a:t>User-Controlled Filenames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669279"/>
            <a:ext cx="5029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7AE60"/>
                </a:solidFill>
              </a:defRPr>
            </a:pPr>
            <a:r>
              <a:t>Fix: Random hex filenames: &lt;random&gt;.&lt;ext&gt;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669279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Risk: Path traversal attacks possible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🟡 Medium Security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822960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</a:defRPr>
            </a:pPr>
            <a:r>
              <a:t>H-09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463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</a:defRPr>
            </a:pPr>
            <a:r>
              <a:t>Error Handler Leaks Internals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146304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7AE60"/>
                </a:solidFill>
              </a:defRPr>
            </a:pPr>
            <a:r>
              <a:t>Fix: Generic error messages, log details server-side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77440"/>
            <a:ext cx="11247120" cy="822960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</a:defRPr>
            </a:pPr>
            <a:r>
              <a:t>H-10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4688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</a:defRPr>
            </a:pPr>
            <a:r>
              <a:t>Session Expiry Not Enforced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46888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7AE60"/>
                </a:solidFill>
              </a:defRPr>
            </a:pPr>
            <a:r>
              <a:t>Fix: Check expires_at on every request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83280"/>
            <a:ext cx="11247120" cy="822960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</a:defRPr>
            </a:pPr>
            <a:r>
              <a:t>H-11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4747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</a:defRPr>
            </a:pPr>
            <a:r>
              <a:t>No Security Audit Logging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47472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7AE60"/>
                </a:solidFill>
              </a:defRPr>
            </a:pPr>
            <a:r>
              <a:t>Fix: Structured JSON logging for all security events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389120"/>
            <a:ext cx="11247120" cy="822960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4805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</a:defRPr>
            </a:pPr>
            <a:r>
              <a:t>H-12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44805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</a:defRPr>
            </a:pPr>
            <a:r>
              <a:t>Logout Doesn't Destroy Session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448056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7AE60"/>
                </a:solidFill>
              </a:defRPr>
            </a:pPr>
            <a:r>
              <a:t>Fix: Delete session from DB + clear cookie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394960"/>
            <a:ext cx="11247120" cy="822960"/>
          </a:xfrm>
          <a:prstGeom prst="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4864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</a:defRPr>
            </a:pPr>
            <a:r>
              <a:t>H-13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54864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</a:defRPr>
            </a:pPr>
            <a:r>
              <a:t>No Body Size Limit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48640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7AE60"/>
                </a:solidFill>
              </a:defRPr>
            </a:pPr>
            <a:r>
              <a:t>Fix: 5MB request body limit via bodyLimit middleware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⭐ Unique Security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🔍 Magic Byte MIME Detection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   Validates file contents, not just type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   Prevents malicious file uploads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🔄 Legacy Hash Migration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   Supports old SHA256 + new PBKDF2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   Zero-downtime password upgrade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🚫 Path Traversal Prevention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   Triple-check: no /, no .., stays in uploads/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   Prevents arbitrary file access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37160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📊 SIEM-Compatible Audit Logging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   Structured JSON with timestamps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   Queryable by log aggregators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🧹 Memory-Safe Rate Limiter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   Automatic cleanup of expired entries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   Prevents memory exhaustion attacks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🔒 Field-Level RBAC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   Students can update title, not status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   Fine-grained permission control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🛡️ OWASP Security Headers Implemented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</a:defRPr>
            </a:pPr>
            <a:r>
              <a:t>X-Content-Type-Options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7AE60"/>
                </a:solidFill>
              </a:defRPr>
            </a:pPr>
            <a:r>
              <a:t>nosniff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46304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Prevents MIME type sniffing attacks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77440"/>
            <a:ext cx="1124712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468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</a:defRPr>
            </a:pPr>
            <a:r>
              <a:t>X-Frame-Options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468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7AE60"/>
                </a:solidFill>
              </a:defRPr>
            </a:pPr>
            <a:r>
              <a:t>DENY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46888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Prevents clickjacking via iframes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383280"/>
            <a:ext cx="1124712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</a:defRPr>
            </a:pPr>
            <a:r>
              <a:t>X-XSS-Protection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4747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7AE60"/>
                </a:solidFill>
              </a:defRPr>
            </a:pPr>
            <a: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347472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Disables broken browser XSS filter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389120"/>
            <a:ext cx="1124712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480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</a:defRPr>
            </a:pPr>
            <a:r>
              <a:t>Referrer-Policy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480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7AE60"/>
                </a:solidFill>
              </a:defRPr>
            </a:pPr>
            <a:r>
              <a:t>strict-origin-when-cross-origin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448056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Prevents URL leakage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394960"/>
            <a:ext cx="1124712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486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</a:defRPr>
            </a:pPr>
            <a:r>
              <a:t>Permissions-Policy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54864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27AE60"/>
                </a:solidFill>
              </a:defRPr>
            </a:pPr>
            <a:r>
              <a:t>camera=(), microphone=(), geolocation=()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548640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Blocks feature abuse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📊 Before vs After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5303520" cy="50292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74C3C"/>
                </a:solidFill>
              </a:defRPr>
            </a:pPr>
            <a:r>
              <a:t>❌ BEFORE (Vulnerable)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SHA256 password hashing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No session cookie flags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IDOR: any student reads any grievance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CORS allows all origins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No rate limiting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No security headers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User-controlled filenames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Errors leak internal details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No audit logging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371600"/>
            <a:ext cx="5303520" cy="50292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7AE60"/>
                </a:solidFill>
              </a:defRPr>
            </a:pPr>
            <a:r>
              <a:t>✅ AFTER (Hardened)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945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PBKDF2 with 600K iterations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httpOnly, secure, sameSite flags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assertCanViewGrievance() check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Strict origin allowlist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10 attempts per 15 minutes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5 OWASP headers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Random hex filenames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Generic error messages</a:t>
            </a:r>
          </a:p>
          <a:p>
            <a:pPr>
              <a:spcAft>
                <a:spcPts val="800"/>
              </a:spcAft>
              <a:defRPr sz="1600">
                <a:solidFill>
                  <a:srgbClr val="333333"/>
                </a:solidFill>
              </a:defRPr>
            </a:pPr>
            <a:r>
              <a:t>• Structured JSON audit logging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📋 OWASP Top 10 Compliance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11247120" cy="6858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A01: Broken Access Control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4630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IDOR prevention, RBAC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1463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7AE60"/>
                </a:solidFill>
              </a:defRPr>
            </a:pPr>
            <a:r>
              <a:t>✅ FIXED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48840"/>
            <a:ext cx="11247120" cy="6858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40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A02: Cryptographic Failures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240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PBKDF2 hashing, secure cookies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2402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7AE60"/>
                </a:solidFill>
              </a:defRPr>
            </a:pPr>
            <a:r>
              <a:t>✅ FIXED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926080"/>
            <a:ext cx="11247120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0175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A03: Injection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3017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Parameterized SQL queries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30175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7AE60"/>
                </a:solidFill>
              </a:defRPr>
            </a:pPr>
            <a:r>
              <a:t>✅ PRE-EXISTING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703320"/>
            <a:ext cx="11247120" cy="6858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7947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A05: Security Misconfiguration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379475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CORS, headers, error handling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379475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7AE60"/>
                </a:solidFill>
              </a:defRPr>
            </a:pPr>
            <a:r>
              <a:t>✅ FIXED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480559"/>
            <a:ext cx="11247120" cy="6858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57199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A07: Authentication Failures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457199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Rate limiting, session security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457199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7AE60"/>
                </a:solidFill>
              </a:defRPr>
            </a:pPr>
            <a:r>
              <a:t>✅ FIXED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257799"/>
            <a:ext cx="11247120" cy="6858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534923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A08: Data Integrity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534923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File upload validation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534923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7AE60"/>
                </a:solidFill>
              </a:defRPr>
            </a:pPr>
            <a:r>
              <a:t>✅ FIXED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6035039"/>
            <a:ext cx="11247120" cy="6858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12647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33333"/>
                </a:solidFill>
              </a:defRPr>
            </a:pPr>
            <a:r>
              <a:t>A09: Logging Failures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6126479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33333"/>
                </a:solidFill>
              </a:defRPr>
            </a:pPr>
            <a:r>
              <a:t>Audit logging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6126479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7AE60"/>
                </a:solidFill>
              </a:defRPr>
            </a:pPr>
            <a:r>
              <a:t>✅ FIXED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🏆 Results &amp; 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1645920"/>
            <a:ext cx="2286000" cy="18288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Vulnerabilities</a:t>
            </a:r>
            <a:br/>
            <a:r>
              <a:t>Fixed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566160" y="1645920"/>
            <a:ext cx="2286000" cy="1828800"/>
          </a:xfrm>
          <a:prstGeom prst="rect">
            <a:avLst/>
          </a:prstGeom>
          <a:solidFill>
            <a:srgbClr val="2E86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66160" y="182880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5603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Tests</a:t>
            </a:r>
            <a:br/>
            <a:r>
              <a:t>Passing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645920"/>
            <a:ext cx="2286000" cy="18288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0" y="182880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4 A's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5603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Security</a:t>
            </a:r>
            <a:br/>
            <a:r>
              <a:t>Implemented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9680" y="1645920"/>
            <a:ext cx="2286000" cy="18288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0" y="182880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9/10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560320"/>
            <a:ext cx="2286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Security</a:t>
            </a:r>
            <a:br/>
            <a:r>
              <a:t>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84048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✅ Application now follows OWASP 2024 guidelines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✅ All student and warden workflows preserved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✅ Defense-in-depth architecture implemented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✅ Security visibility through audit logging</a:t>
            </a:r>
          </a:p>
          <a:p>
            <a:pPr>
              <a:spcAft>
                <a:spcPts val="800"/>
              </a:spcAft>
              <a:defRPr sz="2000">
                <a:solidFill>
                  <a:srgbClr val="FFFFFF"/>
                </a:solidFill>
              </a:defRPr>
            </a:pPr>
            <a:r>
              <a:t>✅ Ready for university deployment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